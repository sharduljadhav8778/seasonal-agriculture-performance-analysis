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216" y="96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9/9/2026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9/9/2026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54535" y="3807899"/>
            <a:ext cx="8278035" cy="899744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r>
              <a:rPr lang="en-US" b="0" dirty="0">
                <a:solidFill>
                  <a:schemeClr val="tx1"/>
                </a:solidFill>
              </a:rPr>
              <a:t>Student Name- Shardul Ananda Jadhav </a:t>
            </a:r>
            <a:endParaRPr lang="en-IN" b="0" dirty="0">
              <a:solidFill>
                <a:schemeClr val="tx1"/>
              </a:solidFill>
            </a:endParaRPr>
          </a:p>
          <a:p>
            <a:r>
              <a:rPr lang="en-US" b="0" dirty="0">
                <a:solidFill>
                  <a:schemeClr val="tx1"/>
                </a:solidFill>
              </a:rPr>
              <a:t>College Name- Nutan Maharashtra Institute of Engineering and Technology (NMIET)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3" y="2641600"/>
            <a:ext cx="7923769" cy="1144956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- </a:t>
            </a:r>
            <a:r>
              <a:rPr lang="en-US" sz="3200" dirty="0"/>
              <a:t>Seasonal Agriculture Performance Analysis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854534" y="4707643"/>
            <a:ext cx="5340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 STU6a61d929b4a971784797481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5501FD21-66A3-4501-A21F-35D3DFC68F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957" y="1790260"/>
            <a:ext cx="7214976" cy="42319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Agricultural performance varies across seasons due to differences in environmental conditions, farming practices, resource availability and market conditions.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1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raw agricultural data does not clearly show: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How agricultural performance changes across seasons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Which seasonal patterns and trends are important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How resource usage differs between seasons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How environmental conditions relate to agricultural outcomes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How economic performance varies across seasons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Analyze the agricultural dataset to identify meaningful seasonal patterns, relationships, variations and data-driven insights that can support better agricultural planning.</a:t>
            </a:r>
          </a:p>
        </p:txBody>
      </p:sp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1959" y="805213"/>
            <a:ext cx="6276109" cy="3572477"/>
          </a:xfrm>
        </p:spPr>
        <p:txBody>
          <a:bodyPr>
            <a:normAutofit/>
          </a:bodyPr>
          <a:lstStyle/>
          <a:p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A353BA-1E4B-8F3C-2856-E8D9F0260E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301" y="212727"/>
            <a:ext cx="6966621" cy="6186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PROJECT DESCRIPTION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project analyzes the performance of agricultural activities across different seasons using farm-level data.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analysis covers: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Seasonal and crop-wise performance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Environmental conditions such as rainfall, temperature and soil moisture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Fertilizer, pesticide, irrigation and water usage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Crop yield and production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Revenue, cost and profit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Disease and pest risk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Relationships between environmental, resource and economic variables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project uses exploratory data analysis, statistical analysis and data visualization to identify meaningful seasonal patterns and support evidence-based agricultural planning.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009BB268-E73C-2E03-995B-DDEABA7F1BBC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619125" y="652215"/>
            <a:ext cx="6865408" cy="55245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WHO ARE THE END USERS?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1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1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1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Farmers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Understand seasonal crop performance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Compare resource usage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 crop and irrigation planning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Agricultural Planners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Compare regional and seasonal performance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Identify important agricultural patterns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Agricultural Researchers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Study environmental and farming relationships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Investigate unusual seasonal variations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Government &amp; Policy Stakeholders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 evidence-based agricultural planning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Identify areas requiring further investigation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0485" y="15144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F42294D-E8C3-BB0D-6BDA-0D00D9334BB7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2422525" y="949239"/>
            <a:ext cx="5317546" cy="6186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Programming Language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Development Environment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Jupyter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Notebook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Libraries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Pandas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NumPy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Matplotlib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Seaborn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SciPy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Techniques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Cleaning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Exploratory Data Analysis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Statistical Analysis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Correlation Analysis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Visualization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Seasonal Comparison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Seasonal Agriculture Performance Dataset (CSV)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230671" y="1608410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DATASET OVERVIEW :</a:t>
            </a:r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D9D80D-9765-5FA0-1FE0-36FC04D3B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69" y="2043871"/>
            <a:ext cx="4707347" cy="21864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C609B90-5C7D-CBF3-EC93-8F833B98AAD7}"/>
              </a:ext>
            </a:extLst>
          </p:cNvPr>
          <p:cNvSpPr txBox="1"/>
          <p:nvPr/>
        </p:nvSpPr>
        <p:spPr>
          <a:xfrm>
            <a:off x="5414399" y="1111195"/>
            <a:ext cx="6101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Distribution of Records by Season 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A59ADDE-4A7D-4047-FEE1-E71D59265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271" y="2105625"/>
            <a:ext cx="6896960" cy="410551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AD5EC6E-A0C4-0A02-8891-3D1AEE966F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984" y="4745208"/>
            <a:ext cx="4004287" cy="2048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SEASONAL PERFORMANCE</a:t>
            </a:r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E648B1B-D262-08DF-1500-7BEC8745D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83" y="2227642"/>
            <a:ext cx="5284834" cy="35647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10C4AC4-3A39-BFE0-029D-E141272C95DC}"/>
              </a:ext>
            </a:extLst>
          </p:cNvPr>
          <p:cNvSpPr txBox="1"/>
          <p:nvPr/>
        </p:nvSpPr>
        <p:spPr>
          <a:xfrm>
            <a:off x="664486" y="1900943"/>
            <a:ext cx="5298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Average Yield Across Seasons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7AB36E-8AEF-648E-C1B6-92C2FC025238}"/>
              </a:ext>
            </a:extLst>
          </p:cNvPr>
          <p:cNvSpPr txBox="1"/>
          <p:nvPr/>
        </p:nvSpPr>
        <p:spPr>
          <a:xfrm>
            <a:off x="5885617" y="1909213"/>
            <a:ext cx="6101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Average Profit Across Seasons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0D5CF64-AA5C-DC99-9E0C-DA91AC44F3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617" y="2270275"/>
            <a:ext cx="5414561" cy="356478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EA3DA36-0DDF-9EB0-CEDD-58A4277E312E}"/>
              </a:ext>
            </a:extLst>
          </p:cNvPr>
          <p:cNvSpPr txBox="1"/>
          <p:nvPr/>
        </p:nvSpPr>
        <p:spPr>
          <a:xfrm>
            <a:off x="807164" y="5792428"/>
            <a:ext cx="70499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Key Finding:</a:t>
            </a:r>
            <a:r>
              <a:rPr lang="en-US" dirty="0"/>
              <a:t> Agricultural yield and profitability vary across seasons, indicating meaningful seasonal differences in agricultural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900" y="1257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23117" y="1002956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64543" y="33753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CROP AND IRRIGATION ANALYSIS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EE27CE-9A5B-ED0D-C773-B91D0C6BE668}"/>
              </a:ext>
            </a:extLst>
          </p:cNvPr>
          <p:cNvSpPr txBox="1"/>
          <p:nvPr/>
        </p:nvSpPr>
        <p:spPr>
          <a:xfrm>
            <a:off x="682900" y="966663"/>
            <a:ext cx="6101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Average Yield by Crop and Season 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EB328F-D18E-2D77-A4FA-CDD92C1A79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400" y="1331180"/>
            <a:ext cx="6990721" cy="260308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34A7B34-BA16-AC59-30F2-16BBECCCB871}"/>
              </a:ext>
            </a:extLst>
          </p:cNvPr>
          <p:cNvSpPr txBox="1"/>
          <p:nvPr/>
        </p:nvSpPr>
        <p:spPr>
          <a:xfrm>
            <a:off x="849682" y="3939084"/>
            <a:ext cx="6101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Average Yield Across Irrigation Methods 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EF079FA-7F87-50D8-BF9B-0FBAE10960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682" y="4308416"/>
            <a:ext cx="6544540" cy="254958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B545E2-6C8D-6B6B-B53F-61B0D11FEC57}"/>
              </a:ext>
            </a:extLst>
          </p:cNvPr>
          <p:cNvSpPr txBox="1"/>
          <p:nvPr/>
        </p:nvSpPr>
        <p:spPr>
          <a:xfrm>
            <a:off x="8080539" y="1476457"/>
            <a:ext cx="22043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Crop performance differs across seasons, while irrigation methods also show differences in yield and water usage.</a:t>
            </a:r>
          </a:p>
        </p:txBody>
      </p:sp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900" y="-49285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14117" y="304192"/>
            <a:ext cx="4275138" cy="477520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ENVIRONMENTAL AND RESOURCE ANALYSIS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EADEC2-8275-99E0-96B0-171B24F7F807}"/>
              </a:ext>
            </a:extLst>
          </p:cNvPr>
          <p:cNvSpPr txBox="1"/>
          <p:nvPr/>
        </p:nvSpPr>
        <p:spPr>
          <a:xfrm>
            <a:off x="613721" y="830391"/>
            <a:ext cx="6101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Rainfall vs Yield 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CD44CD-C84F-5145-A5CE-683CFA0E6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176" y="1135189"/>
            <a:ext cx="4696068" cy="310307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3022D53-A60E-AF9B-0C24-D760346C2546}"/>
              </a:ext>
            </a:extLst>
          </p:cNvPr>
          <p:cNvSpPr txBox="1"/>
          <p:nvPr/>
        </p:nvSpPr>
        <p:spPr>
          <a:xfrm>
            <a:off x="5658555" y="781712"/>
            <a:ext cx="6101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Soil Moisture vs Yield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7209034-6E99-E959-B501-014F50A981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5438" y="1275371"/>
            <a:ext cx="4683045" cy="308266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3394FE5-DADE-64FD-3A47-B26CEC8D3097}"/>
              </a:ext>
            </a:extLst>
          </p:cNvPr>
          <p:cNvSpPr txBox="1"/>
          <p:nvPr/>
        </p:nvSpPr>
        <p:spPr>
          <a:xfrm>
            <a:off x="745176" y="4238266"/>
            <a:ext cx="6101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Correlation Heatmap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38692DA-F51A-ABF5-4A45-9AAD56571C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176" y="4607598"/>
            <a:ext cx="7708757" cy="214624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7BC1BB0-78CE-8F95-7DF6-675C0C0E2AFE}"/>
              </a:ext>
            </a:extLst>
          </p:cNvPr>
          <p:cNvSpPr txBox="1"/>
          <p:nvPr/>
        </p:nvSpPr>
        <p:spPr>
          <a:xfrm>
            <a:off x="8523152" y="4566966"/>
            <a:ext cx="351931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Environmental conditions such as rainfall and soil moisture show measurable relationships with agricultural performance, although these relationships should not be interpreted as proof of causation.</a:t>
            </a:r>
          </a:p>
        </p:txBody>
      </p:sp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438" y="75042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906039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14117" y="428519"/>
            <a:ext cx="4275138" cy="47752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ECONOMIC AND STATISTICAL ANALYSIS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B25A1E-966A-64F4-D7FB-3157CF86FC91}"/>
              </a:ext>
            </a:extLst>
          </p:cNvPr>
          <p:cNvSpPr txBox="1"/>
          <p:nvPr/>
        </p:nvSpPr>
        <p:spPr>
          <a:xfrm>
            <a:off x="530259" y="1014227"/>
            <a:ext cx="6101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Economic Performance Across Seasons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1D9BFC7-B227-3233-7C38-717C22726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259" y="1333668"/>
            <a:ext cx="5327739" cy="28730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B49131F-682F-28C4-1416-D2983F3AE4B6}"/>
              </a:ext>
            </a:extLst>
          </p:cNvPr>
          <p:cNvSpPr txBox="1"/>
          <p:nvPr/>
        </p:nvSpPr>
        <p:spPr>
          <a:xfrm>
            <a:off x="6334004" y="964336"/>
            <a:ext cx="6101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Yield vs Profit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3DA5BF9-A066-C48E-9901-526DC879A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7475" y="1283377"/>
            <a:ext cx="4795306" cy="29233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AB1C21C-8A30-5A53-22B6-33B60B5B29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0712" y="4349936"/>
            <a:ext cx="4532632" cy="250806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D2CDB17-7E17-F7BC-9249-5D5A1F5DA582}"/>
              </a:ext>
            </a:extLst>
          </p:cNvPr>
          <p:cNvSpPr txBox="1"/>
          <p:nvPr/>
        </p:nvSpPr>
        <p:spPr>
          <a:xfrm>
            <a:off x="305158" y="4349936"/>
            <a:ext cx="33593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One-Way ANOVA – Seasonal Yield Comparison 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0E7E00-5735-D46B-79C9-9F0ECCC1561C}"/>
              </a:ext>
            </a:extLst>
          </p:cNvPr>
          <p:cNvSpPr txBox="1"/>
          <p:nvPr/>
        </p:nvSpPr>
        <p:spPr>
          <a:xfrm>
            <a:off x="320982" y="5410091"/>
            <a:ext cx="6217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F-statistic = actual value</a:t>
            </a:r>
            <a:br>
              <a:rPr lang="en-US" dirty="0"/>
            </a:br>
            <a:r>
              <a:rPr lang="en-US" dirty="0"/>
              <a:t>p-value = actual value</a:t>
            </a:r>
          </a:p>
        </p:txBody>
      </p:sp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DE7F97-A83B-53A0-1C69-761B8D157C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" y="1201586"/>
            <a:ext cx="7303770" cy="50475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multi-year agricultural data to study long-term seasonal trends.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Build machine-learning models for crop yield prediction.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 crop recommendation based on season and environmental conditions.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 irrigation and water-use optimization models.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 real-time weather and market-price information.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 an interactive dashboard for farmers and agricultural planners.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 deeper regional analysis using more detailed geographical data.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141A0F-1C85-5177-F4C4-2145C32BC336}"/>
              </a:ext>
            </a:extLst>
          </p:cNvPr>
          <p:cNvSpPr txBox="1"/>
          <p:nvPr/>
        </p:nvSpPr>
        <p:spPr>
          <a:xfrm>
            <a:off x="675957" y="1608410"/>
            <a:ext cx="61016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https://github.com/ShardulJadhav8778/seasonal-agriculture-performance-analysis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0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F100C6-997D-C1CC-6088-96FFF5391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28" y="1218413"/>
            <a:ext cx="8002117" cy="563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273065" y="2159570"/>
            <a:ext cx="3516098" cy="1803002"/>
          </a:xfrm>
        </p:spPr>
        <p:txBody>
          <a:bodyPr>
            <a:normAutofit/>
          </a:bodyPr>
          <a:lstStyle/>
          <a:p>
            <a:r>
              <a:rPr lang="en-US" dirty="0"/>
              <a:t>Seasonal Agriculture Performance Analysis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1436</TotalTime>
  <Words>537</Words>
  <Application>Microsoft Office PowerPoint</Application>
  <PresentationFormat>Widescreen</PresentationFormat>
  <Paragraphs>123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Trebuchet MS</vt:lpstr>
      <vt:lpstr>Wingdings</vt:lpstr>
      <vt:lpstr>Wingdings 3</vt:lpstr>
      <vt:lpstr>Facet</vt:lpstr>
      <vt:lpstr>Project Title - Seasonal Agriculture Performance Analysis</vt:lpstr>
      <vt:lpstr>PROBLEM  STATEMENT</vt:lpstr>
      <vt:lpstr> </vt:lpstr>
      <vt:lpstr>PowerPoint Presentation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abc</cp:lastModifiedBy>
  <cp:revision>100</cp:revision>
  <dcterms:created xsi:type="dcterms:W3CDTF">2021-07-11T13:13:15Z</dcterms:created>
  <dcterms:modified xsi:type="dcterms:W3CDTF">2026-09-09T17:43:15Z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